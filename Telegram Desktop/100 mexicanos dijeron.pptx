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02B4"/>
    <a:srgbClr val="AD4093"/>
    <a:srgbClr val="27ADE2"/>
    <a:srgbClr val="02A85C"/>
    <a:srgbClr val="000000"/>
    <a:srgbClr val="FFFF99"/>
    <a:srgbClr val="EE377A"/>
    <a:srgbClr val="8E3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26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51534-1721-46CA-9E71-0D79A6B8D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15E6BA-D8FF-452F-AB5B-9EF629CC2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47DFE-990F-46CD-9686-7B074005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B61E-3F48-4DA7-8B19-63EA4AF1CE9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73AEB-EBF0-40FE-B2D9-2C4D1E857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CC6B0-28C7-4E8F-ABC5-9C78F558D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924D-2E6C-4B86-AB25-907973EEED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541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62B50-0A1E-4444-8D02-7FFE7985C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5B25A-FD25-47A2-A12F-9A5343F0F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C589B-0A0D-4B99-8313-DE73E7EDC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B61E-3F48-4DA7-8B19-63EA4AF1CE9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0EB3E-0A68-4264-A83F-EAF495DAF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53CF9-8A0B-4E96-ABD7-7E611D15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924D-2E6C-4B86-AB25-907973EEED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91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D5946-7AF8-4AF7-AE1C-37D350B6A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26E08-A6D0-433C-9A55-D5C58B062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B7C02-B806-45C2-B2BC-82EC1799C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B61E-3F48-4DA7-8B19-63EA4AF1CE9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F4102-50D4-47CF-B4C4-6B7FBD30A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EF1EB-DCF7-4E09-9A7D-96E00E9E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924D-2E6C-4B86-AB25-907973EEED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042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4F189-AA17-4B71-920A-B19C1C312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9220B-A9F0-43F9-B536-6710717DAB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186BAD-1509-4927-908F-4EADC7B27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955CB-2F3F-4662-A503-5F960A54E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B61E-3F48-4DA7-8B19-63EA4AF1CE9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951F6-D708-4A14-8778-4E082FC40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B7358-C593-404D-8A04-4164849C2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924D-2E6C-4B86-AB25-907973EEED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95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1280C-9A9F-4C47-861B-A9309F73E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4647D-DF64-493C-BD59-CD78B7972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EDD23-E72C-4F11-B10A-81486E0CA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A6E576-E390-40C0-A617-6F7842A1CC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8F7C7A-6013-4F03-AF00-4B8A4642ED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4435CB-AAB1-4F99-870D-BDD64D7C7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B61E-3F48-4DA7-8B19-63EA4AF1CE9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6242D7-20DA-46A9-8233-2D8AD59FA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B849B8-C4C7-44B2-B37D-2A8C07805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924D-2E6C-4B86-AB25-907973EEED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504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53781-3DC6-4F74-8FBC-ABF69D96E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1591A-F622-4BAD-BE0A-80CA27BDC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B61E-3F48-4DA7-8B19-63EA4AF1CE9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10E7F9-12CE-4A3A-B481-986A52DDD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70E82-D50F-4C69-8115-322E56B4E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924D-2E6C-4B86-AB25-907973EEED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43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197A62-2FC6-45F5-A4B2-F849E8B52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B61E-3F48-4DA7-8B19-63EA4AF1CE9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ABF5A2-B5E9-443A-9B09-F20A50932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3429E-1C86-409C-9372-B584CFE0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924D-2E6C-4B86-AB25-907973EEED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84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EA5E4-A4FC-4E16-B105-79D750350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0227B-139B-4C12-A24D-0F0DF95BE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A677BB-3E86-445B-B821-2E7B1207A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CBDAB-E51E-4D24-A7C1-26476CE6E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B61E-3F48-4DA7-8B19-63EA4AF1CE9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CD2D4-CD6A-4337-8A45-CA46FFE57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D49002-EA5A-42E0-A7DC-2C363F3C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924D-2E6C-4B86-AB25-907973EEED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99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FC155-568B-4555-89EF-87E6F94C7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FCA9F3-9304-4A3F-B8B0-7E50B6DC58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01850C-6A1F-4000-97FC-9334D002C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DE9C3-CDFA-48AF-90BE-F095F2E0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B61E-3F48-4DA7-8B19-63EA4AF1CE9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00CBB-2760-4B42-AB0B-9AC3EE421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6CE17-F3CE-405B-B794-486B7C762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924D-2E6C-4B86-AB25-907973EEED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98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1ED82-78E3-4241-932D-C2E334A2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7B020E-D127-45F0-9F25-B4A46C101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84598-8070-4CB9-9833-AB91AAF27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B61E-3F48-4DA7-8B19-63EA4AF1CE9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24637-4161-4C9F-9966-4CE88D8AA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7E32B-F913-400F-896A-A4C540C35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924D-2E6C-4B86-AB25-907973EEED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559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1F1573-3959-45D4-B943-A3682C64D9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F467FC-D331-497D-837B-B8AA6474A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4E799-2A1F-459D-A89F-1E514181C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B61E-3F48-4DA7-8B19-63EA4AF1CE9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0687D-51C0-4CDF-BF7F-93FEF9E83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F3A02-96A5-441A-A28E-A45C7FB3E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924D-2E6C-4B86-AB25-907973EEED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354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345C69-1149-468F-B2A2-4F31C92E4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6E658-1FFB-4C41-A325-7D75D9BB5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5FE53-6B27-4183-8C07-460986C00A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0B61E-3F48-4DA7-8B19-63EA4AF1CE9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7B5AC-8A16-4D36-B07E-FE677BD865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E914F-B121-4E32-A82D-B47271175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5924D-2E6C-4B86-AB25-907973EEED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4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40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Logotipo&#10;&#10;El contenido generado por IA puede ser incorrecto.">
            <a:extLst>
              <a:ext uri="{FF2B5EF4-FFF2-40B4-BE49-F238E27FC236}">
                <a16:creationId xmlns:a16="http://schemas.microsoft.com/office/drawing/2014/main" id="{0BCB5A19-0FED-5025-DF4E-0B3E1217E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" y="-641350"/>
            <a:ext cx="12211050" cy="814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041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02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4C980357-A778-5564-07A6-88F99043D7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502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95B8F5-282D-4B65-8728-E62AE2F800D0}"/>
              </a:ext>
            </a:extLst>
          </p:cNvPr>
          <p:cNvSpPr/>
          <p:nvPr/>
        </p:nvSpPr>
        <p:spPr>
          <a:xfrm>
            <a:off x="1297540" y="2105561"/>
            <a:ext cx="9596923" cy="264687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600" b="1" cap="none" spc="0" dirty="0">
                <a:ln w="12700">
                  <a:solidFill>
                    <a:srgbClr val="7030A0"/>
                  </a:solidFill>
                  <a:prstDash val="solid"/>
                </a:ln>
                <a:solidFill>
                  <a:schemeClr val="bg1"/>
                </a:solidFill>
                <a:effectLst>
                  <a:glow rad="101600">
                    <a:srgbClr val="7030A0">
                      <a:alpha val="60000"/>
                    </a:srgbClr>
                  </a:glow>
                  <a:innerShdw blurRad="177800">
                    <a:schemeClr val="accent3">
                      <a:lumMod val="50000"/>
                    </a:schemeClr>
                  </a:innerShdw>
                </a:effectLst>
                <a:latin typeface="Arial Black" panose="020B0A04020102020204" pitchFamily="34" charset="0"/>
              </a:rPr>
              <a:t>Ronda 1</a:t>
            </a:r>
          </a:p>
        </p:txBody>
      </p:sp>
    </p:spTree>
    <p:extLst>
      <p:ext uri="{BB962C8B-B14F-4D97-AF65-F5344CB8AC3E}">
        <p14:creationId xmlns:p14="http://schemas.microsoft.com/office/powerpoint/2010/main" val="240173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Inici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02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7BC84DF-8EB6-B935-AAF3-7656074CF1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502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9F30A90-34CA-4349-A8CC-6387784B2E0C}"/>
              </a:ext>
            </a:extLst>
          </p:cNvPr>
          <p:cNvGrpSpPr/>
          <p:nvPr/>
        </p:nvGrpSpPr>
        <p:grpSpPr>
          <a:xfrm>
            <a:off x="1053282" y="786697"/>
            <a:ext cx="10073148" cy="4837471"/>
            <a:chOff x="1059426" y="1010264"/>
            <a:chExt cx="10073148" cy="483747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DA93C5B-4357-4412-BE90-48943DB19D31}"/>
                </a:ext>
              </a:extLst>
            </p:cNvPr>
            <p:cNvSpPr/>
            <p:nvPr/>
          </p:nvSpPr>
          <p:spPr>
            <a:xfrm>
              <a:off x="1059426" y="1010264"/>
              <a:ext cx="10073148" cy="4837471"/>
            </a:xfrm>
            <a:prstGeom prst="roundRect">
              <a:avLst/>
            </a:prstGeom>
            <a:solidFill>
              <a:srgbClr val="8E3900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F119517-BD74-4401-94DB-99A74BA4BABF}"/>
                </a:ext>
              </a:extLst>
            </p:cNvPr>
            <p:cNvSpPr/>
            <p:nvPr/>
          </p:nvSpPr>
          <p:spPr>
            <a:xfrm>
              <a:off x="1238864" y="1172496"/>
              <a:ext cx="9714271" cy="4513006"/>
            </a:xfrm>
            <a:prstGeom prst="roundRect">
              <a:avLst/>
            </a:prstGeom>
            <a:solidFill>
              <a:srgbClr val="AD4093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9A7E3C-F5D2-42C7-96B3-6927B35E2244}"/>
              </a:ext>
            </a:extLst>
          </p:cNvPr>
          <p:cNvSpPr/>
          <p:nvPr/>
        </p:nvSpPr>
        <p:spPr>
          <a:xfrm>
            <a:off x="1053282" y="6017342"/>
            <a:ext cx="560439" cy="560439"/>
          </a:xfrm>
          <a:prstGeom prst="roundRect">
            <a:avLst/>
          </a:prstGeom>
          <a:solidFill>
            <a:srgbClr val="EE3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975FC4-F8F1-4A7D-AF54-7C8C79219DE7}"/>
              </a:ext>
            </a:extLst>
          </p:cNvPr>
          <p:cNvSpPr/>
          <p:nvPr/>
        </p:nvSpPr>
        <p:spPr>
          <a:xfrm>
            <a:off x="2209955" y="6017342"/>
            <a:ext cx="560439" cy="560439"/>
          </a:xfrm>
          <a:prstGeom prst="roundRect">
            <a:avLst/>
          </a:prstGeom>
          <a:solidFill>
            <a:srgbClr val="27A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F58BBE0-8173-42DD-861E-4A0D8276A5B8}"/>
              </a:ext>
            </a:extLst>
          </p:cNvPr>
          <p:cNvSpPr/>
          <p:nvPr/>
        </p:nvSpPr>
        <p:spPr>
          <a:xfrm>
            <a:off x="3366628" y="6017342"/>
            <a:ext cx="560439" cy="560439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ECD03D-5CA2-4D77-83ED-1614B4D66B94}"/>
              </a:ext>
            </a:extLst>
          </p:cNvPr>
          <p:cNvSpPr/>
          <p:nvPr/>
        </p:nvSpPr>
        <p:spPr>
          <a:xfrm>
            <a:off x="4523301" y="6017342"/>
            <a:ext cx="560439" cy="560439"/>
          </a:xfrm>
          <a:prstGeom prst="roundRect">
            <a:avLst/>
          </a:prstGeom>
          <a:solidFill>
            <a:srgbClr val="02A8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99D4B2E-4D4D-43F2-ACB3-9C2B9D7F9267}"/>
              </a:ext>
            </a:extLst>
          </p:cNvPr>
          <p:cNvSpPr/>
          <p:nvPr/>
        </p:nvSpPr>
        <p:spPr>
          <a:xfrm>
            <a:off x="5679974" y="6017342"/>
            <a:ext cx="560439" cy="560439"/>
          </a:xfrm>
          <a:prstGeom prst="roundRect">
            <a:avLst/>
          </a:prstGeom>
          <a:solidFill>
            <a:srgbClr val="AD40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  <a:endParaRPr lang="en-US" dirty="0"/>
          </a:p>
        </p:txBody>
      </p:sp>
      <p:sp>
        <p:nvSpPr>
          <p:cNvPr id="16" name="Flowchart: Summing Junction 15">
            <a:extLst>
              <a:ext uri="{FF2B5EF4-FFF2-40B4-BE49-F238E27FC236}">
                <a16:creationId xmlns:a16="http://schemas.microsoft.com/office/drawing/2014/main" id="{92A52276-CEEF-43DE-921D-FB7146C4089E}"/>
              </a:ext>
            </a:extLst>
          </p:cNvPr>
          <p:cNvSpPr/>
          <p:nvPr/>
        </p:nvSpPr>
        <p:spPr>
          <a:xfrm>
            <a:off x="9273687" y="6017342"/>
            <a:ext cx="560439" cy="560439"/>
          </a:xfrm>
          <a:prstGeom prst="flowChartSummingJunction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470ED6-D060-4311-BA2F-737E331488BD}"/>
              </a:ext>
            </a:extLst>
          </p:cNvPr>
          <p:cNvSpPr txBox="1"/>
          <p:nvPr/>
        </p:nvSpPr>
        <p:spPr>
          <a:xfrm>
            <a:off x="1613721" y="1312607"/>
            <a:ext cx="8861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1.</a:t>
            </a:r>
          </a:p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2.</a:t>
            </a:r>
          </a:p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3.</a:t>
            </a:r>
          </a:p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4.</a:t>
            </a:r>
          </a:p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5.</a:t>
            </a:r>
            <a:endParaRPr lang="en-US" sz="48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1BCB49-58F6-4D77-88C5-992682341A6C}"/>
              </a:ext>
            </a:extLst>
          </p:cNvPr>
          <p:cNvSpPr txBox="1"/>
          <p:nvPr/>
        </p:nvSpPr>
        <p:spPr>
          <a:xfrm>
            <a:off x="2490019" y="1644446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Muela …………..…..………………………………………………………… 100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D12380-9DC4-4A77-ACE4-35AD07C01777}"/>
              </a:ext>
            </a:extLst>
          </p:cNvPr>
          <p:cNvSpPr txBox="1"/>
          <p:nvPr/>
        </p:nvSpPr>
        <p:spPr>
          <a:xfrm>
            <a:off x="2490019" y="2339963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Respuesta 2 ………………………………………………………………… 75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DA985C-0918-4332-8873-EFD2BE167AEB}"/>
              </a:ext>
            </a:extLst>
          </p:cNvPr>
          <p:cNvSpPr txBox="1"/>
          <p:nvPr/>
        </p:nvSpPr>
        <p:spPr>
          <a:xfrm>
            <a:off x="2490019" y="3072973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Respuesta 3 ………………………………………………………………… 50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3E9ED8-5093-4DAA-BE28-22348D346498}"/>
              </a:ext>
            </a:extLst>
          </p:cNvPr>
          <p:cNvSpPr txBox="1"/>
          <p:nvPr/>
        </p:nvSpPr>
        <p:spPr>
          <a:xfrm>
            <a:off x="2490019" y="3768490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Respuesta 4 ………………………………………………………………… 25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F7ECCC-86FA-4A49-9E54-4DE411339176}"/>
              </a:ext>
            </a:extLst>
          </p:cNvPr>
          <p:cNvSpPr txBox="1"/>
          <p:nvPr/>
        </p:nvSpPr>
        <p:spPr>
          <a:xfrm>
            <a:off x="2490019" y="4534373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Respuesta 5 ………………….………………..…………………………… 10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C25685BF-630E-45EA-9AA9-639C392F4F10}"/>
              </a:ext>
            </a:extLst>
          </p:cNvPr>
          <p:cNvSpPr/>
          <p:nvPr/>
        </p:nvSpPr>
        <p:spPr>
          <a:xfrm>
            <a:off x="4719102" y="1829112"/>
            <a:ext cx="3042622" cy="2871253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86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xit" presetSubtype="0" fill="hold" grpId="3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xit" presetSubtype="0" fill="hold" grpId="5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1" grpId="0"/>
      <p:bldP spid="22" grpId="0"/>
      <p:bldP spid="23" grpId="0"/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4EE7D-19BB-689F-4A77-DB902CA6D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5D8367AF-5EC0-23D3-C372-56473AF657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502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4B46F4-43B7-EEC2-CECF-DFA18665C470}"/>
              </a:ext>
            </a:extLst>
          </p:cNvPr>
          <p:cNvSpPr/>
          <p:nvPr/>
        </p:nvSpPr>
        <p:spPr>
          <a:xfrm>
            <a:off x="1297540" y="2105561"/>
            <a:ext cx="9596923" cy="264687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600" b="1" cap="none" spc="0" dirty="0">
                <a:ln w="12700">
                  <a:solidFill>
                    <a:srgbClr val="7030A0"/>
                  </a:solidFill>
                  <a:prstDash val="solid"/>
                </a:ln>
                <a:solidFill>
                  <a:schemeClr val="bg1"/>
                </a:solidFill>
                <a:effectLst>
                  <a:glow rad="101600">
                    <a:srgbClr val="7030A0">
                      <a:alpha val="60000"/>
                    </a:srgbClr>
                  </a:glow>
                  <a:innerShdw blurRad="177800">
                    <a:schemeClr val="accent3">
                      <a:lumMod val="50000"/>
                    </a:schemeClr>
                  </a:innerShdw>
                </a:effectLst>
                <a:latin typeface="Arial Black" panose="020B0A04020102020204" pitchFamily="34" charset="0"/>
              </a:rPr>
              <a:t>Ronda 2</a:t>
            </a:r>
          </a:p>
        </p:txBody>
      </p:sp>
    </p:spTree>
    <p:extLst>
      <p:ext uri="{BB962C8B-B14F-4D97-AF65-F5344CB8AC3E}">
        <p14:creationId xmlns:p14="http://schemas.microsoft.com/office/powerpoint/2010/main" val="50108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Inici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1B118-7ECE-91F5-140C-1BFCA5208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10DC4D9-078D-A815-C38C-ADB25E09DE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502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6366365-A711-1637-F337-F969D355B577}"/>
              </a:ext>
            </a:extLst>
          </p:cNvPr>
          <p:cNvGrpSpPr/>
          <p:nvPr/>
        </p:nvGrpSpPr>
        <p:grpSpPr>
          <a:xfrm>
            <a:off x="1053282" y="786697"/>
            <a:ext cx="10073148" cy="4837471"/>
            <a:chOff x="1059426" y="1010264"/>
            <a:chExt cx="10073148" cy="483747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457109D-34A0-637B-C2DC-FD8E9B184BA3}"/>
                </a:ext>
              </a:extLst>
            </p:cNvPr>
            <p:cNvSpPr/>
            <p:nvPr/>
          </p:nvSpPr>
          <p:spPr>
            <a:xfrm>
              <a:off x="1059426" y="1010264"/>
              <a:ext cx="10073148" cy="4837471"/>
            </a:xfrm>
            <a:prstGeom prst="roundRect">
              <a:avLst/>
            </a:prstGeom>
            <a:solidFill>
              <a:srgbClr val="8E3900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3AE1106-DFC2-2230-9559-442A43677C0D}"/>
                </a:ext>
              </a:extLst>
            </p:cNvPr>
            <p:cNvSpPr/>
            <p:nvPr/>
          </p:nvSpPr>
          <p:spPr>
            <a:xfrm>
              <a:off x="1238864" y="1172496"/>
              <a:ext cx="9714271" cy="4513006"/>
            </a:xfrm>
            <a:prstGeom prst="roundRect">
              <a:avLst/>
            </a:prstGeom>
            <a:solidFill>
              <a:srgbClr val="AD4093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CBDCCB-46FC-0854-8381-2629E50CFC35}"/>
              </a:ext>
            </a:extLst>
          </p:cNvPr>
          <p:cNvSpPr/>
          <p:nvPr/>
        </p:nvSpPr>
        <p:spPr>
          <a:xfrm>
            <a:off x="1053282" y="6017342"/>
            <a:ext cx="560439" cy="560439"/>
          </a:xfrm>
          <a:prstGeom prst="roundRect">
            <a:avLst/>
          </a:prstGeom>
          <a:solidFill>
            <a:srgbClr val="EE3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C0FC540-2788-EF64-DF82-74CEEBAD9443}"/>
              </a:ext>
            </a:extLst>
          </p:cNvPr>
          <p:cNvSpPr/>
          <p:nvPr/>
        </p:nvSpPr>
        <p:spPr>
          <a:xfrm>
            <a:off x="2209955" y="6017342"/>
            <a:ext cx="560439" cy="560439"/>
          </a:xfrm>
          <a:prstGeom prst="roundRect">
            <a:avLst/>
          </a:prstGeom>
          <a:solidFill>
            <a:srgbClr val="27A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DFAB805-EF11-CD87-6645-1C67D2B3C210}"/>
              </a:ext>
            </a:extLst>
          </p:cNvPr>
          <p:cNvSpPr/>
          <p:nvPr/>
        </p:nvSpPr>
        <p:spPr>
          <a:xfrm>
            <a:off x="3366628" y="6017342"/>
            <a:ext cx="560439" cy="560439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AF5FC79-18C0-34C0-1DA7-249AF376964F}"/>
              </a:ext>
            </a:extLst>
          </p:cNvPr>
          <p:cNvSpPr/>
          <p:nvPr/>
        </p:nvSpPr>
        <p:spPr>
          <a:xfrm>
            <a:off x="4523301" y="6017342"/>
            <a:ext cx="560439" cy="560439"/>
          </a:xfrm>
          <a:prstGeom prst="roundRect">
            <a:avLst/>
          </a:prstGeom>
          <a:solidFill>
            <a:srgbClr val="02A8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4E302CD-D597-2EF6-7E82-8554EF8CEE06}"/>
              </a:ext>
            </a:extLst>
          </p:cNvPr>
          <p:cNvSpPr/>
          <p:nvPr/>
        </p:nvSpPr>
        <p:spPr>
          <a:xfrm>
            <a:off x="5679974" y="6017342"/>
            <a:ext cx="560439" cy="560439"/>
          </a:xfrm>
          <a:prstGeom prst="roundRect">
            <a:avLst/>
          </a:prstGeom>
          <a:solidFill>
            <a:srgbClr val="AD40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  <a:endParaRPr lang="en-US" dirty="0"/>
          </a:p>
        </p:txBody>
      </p:sp>
      <p:sp>
        <p:nvSpPr>
          <p:cNvPr id="16" name="Flowchart: Summing Junction 15">
            <a:extLst>
              <a:ext uri="{FF2B5EF4-FFF2-40B4-BE49-F238E27FC236}">
                <a16:creationId xmlns:a16="http://schemas.microsoft.com/office/drawing/2014/main" id="{19373D98-CB3C-22E4-55CD-4F4056F61A2C}"/>
              </a:ext>
            </a:extLst>
          </p:cNvPr>
          <p:cNvSpPr/>
          <p:nvPr/>
        </p:nvSpPr>
        <p:spPr>
          <a:xfrm>
            <a:off x="9273687" y="6017342"/>
            <a:ext cx="560439" cy="560439"/>
          </a:xfrm>
          <a:prstGeom prst="flowChartSummingJunction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5913EE-B3B5-E597-7D3E-8E57CA7C40A8}"/>
              </a:ext>
            </a:extLst>
          </p:cNvPr>
          <p:cNvSpPr txBox="1"/>
          <p:nvPr/>
        </p:nvSpPr>
        <p:spPr>
          <a:xfrm>
            <a:off x="1613721" y="1312607"/>
            <a:ext cx="8861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1.</a:t>
            </a:r>
          </a:p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2.</a:t>
            </a:r>
          </a:p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3.</a:t>
            </a:r>
          </a:p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4.</a:t>
            </a:r>
          </a:p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5.</a:t>
            </a:r>
            <a:endParaRPr lang="en-US" sz="48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D8215D-ED93-7D3C-7F17-AE7C9FBE1DAC}"/>
              </a:ext>
            </a:extLst>
          </p:cNvPr>
          <p:cNvSpPr txBox="1"/>
          <p:nvPr/>
        </p:nvSpPr>
        <p:spPr>
          <a:xfrm>
            <a:off x="2490019" y="1644446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Respuesta 1 …..………………………………………………………… 100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1A65D5-2855-D412-6DB5-510717EA90F4}"/>
              </a:ext>
            </a:extLst>
          </p:cNvPr>
          <p:cNvSpPr txBox="1"/>
          <p:nvPr/>
        </p:nvSpPr>
        <p:spPr>
          <a:xfrm>
            <a:off x="2490019" y="2339963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Respuesta 2 ………………………………………………………………… 75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02D4E1-D563-09D7-170C-18E9A49520F9}"/>
              </a:ext>
            </a:extLst>
          </p:cNvPr>
          <p:cNvSpPr txBox="1"/>
          <p:nvPr/>
        </p:nvSpPr>
        <p:spPr>
          <a:xfrm>
            <a:off x="2490019" y="3072973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Respuesta 3 ………………………………………………………………… 50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513C5D-8FBB-E840-397E-3A81013EFB69}"/>
              </a:ext>
            </a:extLst>
          </p:cNvPr>
          <p:cNvSpPr txBox="1"/>
          <p:nvPr/>
        </p:nvSpPr>
        <p:spPr>
          <a:xfrm>
            <a:off x="2490019" y="3768490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Respuesta 4 ………………………………………………………………… 25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027936-EC63-ADD9-EB00-0179074ECCCE}"/>
              </a:ext>
            </a:extLst>
          </p:cNvPr>
          <p:cNvSpPr txBox="1"/>
          <p:nvPr/>
        </p:nvSpPr>
        <p:spPr>
          <a:xfrm>
            <a:off x="2490019" y="4534373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Respuesta 5 ………………….………………..…………………………… 10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46A8CD9D-B656-8ECB-FF56-91673B3E332D}"/>
              </a:ext>
            </a:extLst>
          </p:cNvPr>
          <p:cNvSpPr/>
          <p:nvPr/>
        </p:nvSpPr>
        <p:spPr>
          <a:xfrm>
            <a:off x="4719102" y="1829112"/>
            <a:ext cx="3042622" cy="2871253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766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xit" presetSubtype="0" fill="hold" grpId="3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xit" presetSubtype="0" fill="hold" grpId="5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1" grpId="0"/>
      <p:bldP spid="22" grpId="0"/>
      <p:bldP spid="23" grpId="0"/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301A7-416A-986D-5286-F92254CDA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0C132ECD-754A-8EC8-F54C-1A590011A75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502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F6383E-B528-6085-CCA2-C792004567D7}"/>
              </a:ext>
            </a:extLst>
          </p:cNvPr>
          <p:cNvSpPr/>
          <p:nvPr/>
        </p:nvSpPr>
        <p:spPr>
          <a:xfrm>
            <a:off x="1297540" y="2105561"/>
            <a:ext cx="9596923" cy="264687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600" b="1" cap="none" spc="0" dirty="0">
                <a:ln w="12700">
                  <a:solidFill>
                    <a:srgbClr val="7030A0"/>
                  </a:solidFill>
                  <a:prstDash val="solid"/>
                </a:ln>
                <a:solidFill>
                  <a:schemeClr val="bg1"/>
                </a:solidFill>
                <a:effectLst>
                  <a:glow rad="101600">
                    <a:srgbClr val="7030A0">
                      <a:alpha val="60000"/>
                    </a:srgbClr>
                  </a:glow>
                  <a:innerShdw blurRad="177800">
                    <a:schemeClr val="accent3">
                      <a:lumMod val="50000"/>
                    </a:schemeClr>
                  </a:innerShdw>
                </a:effectLst>
                <a:latin typeface="Arial Black" panose="020B0A04020102020204" pitchFamily="34" charset="0"/>
              </a:rPr>
              <a:t>Ronda 1</a:t>
            </a:r>
          </a:p>
        </p:txBody>
      </p:sp>
    </p:spTree>
    <p:extLst>
      <p:ext uri="{BB962C8B-B14F-4D97-AF65-F5344CB8AC3E}">
        <p14:creationId xmlns:p14="http://schemas.microsoft.com/office/powerpoint/2010/main" val="1970685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Inici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5BC44-15B8-E264-997B-C649EAC8E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B517B2E-BF19-7D7E-C04B-67F4CD3C4D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502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42951EE-BFA9-EDC6-9F2A-E021BE7129B0}"/>
              </a:ext>
            </a:extLst>
          </p:cNvPr>
          <p:cNvGrpSpPr/>
          <p:nvPr/>
        </p:nvGrpSpPr>
        <p:grpSpPr>
          <a:xfrm>
            <a:off x="1053282" y="786697"/>
            <a:ext cx="10073148" cy="4837471"/>
            <a:chOff x="1059426" y="1010264"/>
            <a:chExt cx="10073148" cy="483747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E75E307-A81B-0EDD-F4E1-4D59A7C4A235}"/>
                </a:ext>
              </a:extLst>
            </p:cNvPr>
            <p:cNvSpPr/>
            <p:nvPr/>
          </p:nvSpPr>
          <p:spPr>
            <a:xfrm>
              <a:off x="1059426" y="1010264"/>
              <a:ext cx="10073148" cy="4837471"/>
            </a:xfrm>
            <a:prstGeom prst="roundRect">
              <a:avLst/>
            </a:prstGeom>
            <a:solidFill>
              <a:srgbClr val="8E3900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0F1C029-5B43-8DB3-01E0-3050A6489565}"/>
                </a:ext>
              </a:extLst>
            </p:cNvPr>
            <p:cNvSpPr/>
            <p:nvPr/>
          </p:nvSpPr>
          <p:spPr>
            <a:xfrm>
              <a:off x="1238864" y="1172496"/>
              <a:ext cx="9714271" cy="4513006"/>
            </a:xfrm>
            <a:prstGeom prst="roundRect">
              <a:avLst/>
            </a:prstGeom>
            <a:solidFill>
              <a:srgbClr val="AD4093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CB89B3-EABC-AA55-09B7-F8C074BA8F8F}"/>
              </a:ext>
            </a:extLst>
          </p:cNvPr>
          <p:cNvSpPr/>
          <p:nvPr/>
        </p:nvSpPr>
        <p:spPr>
          <a:xfrm>
            <a:off x="1053282" y="6017342"/>
            <a:ext cx="560439" cy="560439"/>
          </a:xfrm>
          <a:prstGeom prst="roundRect">
            <a:avLst/>
          </a:prstGeom>
          <a:solidFill>
            <a:srgbClr val="EE3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8ECBB8-B272-2F2A-31E9-8B05D183B9E2}"/>
              </a:ext>
            </a:extLst>
          </p:cNvPr>
          <p:cNvSpPr/>
          <p:nvPr/>
        </p:nvSpPr>
        <p:spPr>
          <a:xfrm>
            <a:off x="2209955" y="6017342"/>
            <a:ext cx="560439" cy="560439"/>
          </a:xfrm>
          <a:prstGeom prst="roundRect">
            <a:avLst/>
          </a:prstGeom>
          <a:solidFill>
            <a:srgbClr val="27A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94D3B41-D2DD-A84F-5820-13F2C819F60E}"/>
              </a:ext>
            </a:extLst>
          </p:cNvPr>
          <p:cNvSpPr/>
          <p:nvPr/>
        </p:nvSpPr>
        <p:spPr>
          <a:xfrm>
            <a:off x="3366628" y="6017342"/>
            <a:ext cx="560439" cy="560439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4FAAAD7-719D-F3CB-2A3E-5EA82230D708}"/>
              </a:ext>
            </a:extLst>
          </p:cNvPr>
          <p:cNvSpPr/>
          <p:nvPr/>
        </p:nvSpPr>
        <p:spPr>
          <a:xfrm>
            <a:off x="4523301" y="6017342"/>
            <a:ext cx="560439" cy="560439"/>
          </a:xfrm>
          <a:prstGeom prst="roundRect">
            <a:avLst/>
          </a:prstGeom>
          <a:solidFill>
            <a:srgbClr val="02A8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CB678B9-37FE-AD64-1E4B-DC85561822E8}"/>
              </a:ext>
            </a:extLst>
          </p:cNvPr>
          <p:cNvSpPr/>
          <p:nvPr/>
        </p:nvSpPr>
        <p:spPr>
          <a:xfrm>
            <a:off x="5679974" y="6017342"/>
            <a:ext cx="560439" cy="560439"/>
          </a:xfrm>
          <a:prstGeom prst="roundRect">
            <a:avLst/>
          </a:prstGeom>
          <a:solidFill>
            <a:srgbClr val="AD40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  <a:endParaRPr lang="en-US" dirty="0"/>
          </a:p>
        </p:txBody>
      </p:sp>
      <p:sp>
        <p:nvSpPr>
          <p:cNvPr id="16" name="Flowchart: Summing Junction 15">
            <a:extLst>
              <a:ext uri="{FF2B5EF4-FFF2-40B4-BE49-F238E27FC236}">
                <a16:creationId xmlns:a16="http://schemas.microsoft.com/office/drawing/2014/main" id="{CEAD733C-E495-BD1A-7A59-57A02E37ABB1}"/>
              </a:ext>
            </a:extLst>
          </p:cNvPr>
          <p:cNvSpPr/>
          <p:nvPr/>
        </p:nvSpPr>
        <p:spPr>
          <a:xfrm>
            <a:off x="9273687" y="6017342"/>
            <a:ext cx="560439" cy="560439"/>
          </a:xfrm>
          <a:prstGeom prst="flowChartSummingJunction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E64224-31F9-D776-66C0-A98F3E4059B4}"/>
              </a:ext>
            </a:extLst>
          </p:cNvPr>
          <p:cNvSpPr txBox="1"/>
          <p:nvPr/>
        </p:nvSpPr>
        <p:spPr>
          <a:xfrm>
            <a:off x="1613721" y="1312607"/>
            <a:ext cx="8861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1.</a:t>
            </a:r>
          </a:p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2.</a:t>
            </a:r>
          </a:p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3.</a:t>
            </a:r>
          </a:p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4.</a:t>
            </a:r>
          </a:p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5.</a:t>
            </a:r>
            <a:endParaRPr lang="en-US" sz="48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0FA3DB-EA21-A360-CBBE-E3257EA59A3D}"/>
              </a:ext>
            </a:extLst>
          </p:cNvPr>
          <p:cNvSpPr txBox="1"/>
          <p:nvPr/>
        </p:nvSpPr>
        <p:spPr>
          <a:xfrm>
            <a:off x="2490019" y="1644446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Respuesta 1 …..………………………………………………………… 100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CD4EC8-ABA0-1239-7FE7-BB90ACFD6888}"/>
              </a:ext>
            </a:extLst>
          </p:cNvPr>
          <p:cNvSpPr txBox="1"/>
          <p:nvPr/>
        </p:nvSpPr>
        <p:spPr>
          <a:xfrm>
            <a:off x="2490019" y="2339963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Respuesta 2 ………………………………………………………………… 75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7208E3-2063-8727-562E-F353F26586E4}"/>
              </a:ext>
            </a:extLst>
          </p:cNvPr>
          <p:cNvSpPr txBox="1"/>
          <p:nvPr/>
        </p:nvSpPr>
        <p:spPr>
          <a:xfrm>
            <a:off x="2490019" y="3072973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Respuesta 3 ………………………………………………………………… 50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81BE7E-F54F-3122-B937-5692803D2A67}"/>
              </a:ext>
            </a:extLst>
          </p:cNvPr>
          <p:cNvSpPr txBox="1"/>
          <p:nvPr/>
        </p:nvSpPr>
        <p:spPr>
          <a:xfrm>
            <a:off x="2490019" y="3768490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Respuesta 4 ………………………………………………………………… 25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4C3F73-726A-5B2D-CCDD-F2217A4E0B3B}"/>
              </a:ext>
            </a:extLst>
          </p:cNvPr>
          <p:cNvSpPr txBox="1"/>
          <p:nvPr/>
        </p:nvSpPr>
        <p:spPr>
          <a:xfrm>
            <a:off x="2490019" y="4534373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Respuesta 5 ………………….………………..…………………………… 10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6CEBB6EA-1A0F-1DA5-8AAC-C65166820596}"/>
              </a:ext>
            </a:extLst>
          </p:cNvPr>
          <p:cNvSpPr/>
          <p:nvPr/>
        </p:nvSpPr>
        <p:spPr>
          <a:xfrm>
            <a:off x="4719102" y="1829112"/>
            <a:ext cx="3042622" cy="2871253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64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xit" presetSubtype="0" fill="hold" grpId="3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xit" presetSubtype="0" fill="hold" grpId="5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1" grpId="0"/>
      <p:bldP spid="22" grpId="0"/>
      <p:bldP spid="23" grpId="0"/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C16E7-75F3-A379-C355-30483A6C6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31423324-37EA-C7FF-C334-98C2A26E3E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502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B45C49-1C77-5814-3678-8A12FE7A5C13}"/>
              </a:ext>
            </a:extLst>
          </p:cNvPr>
          <p:cNvSpPr/>
          <p:nvPr/>
        </p:nvSpPr>
        <p:spPr>
          <a:xfrm>
            <a:off x="1297540" y="2105561"/>
            <a:ext cx="9596923" cy="264687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600" b="1" cap="none" spc="0" dirty="0">
                <a:ln w="12700">
                  <a:solidFill>
                    <a:srgbClr val="7030A0"/>
                  </a:solidFill>
                  <a:prstDash val="solid"/>
                </a:ln>
                <a:solidFill>
                  <a:schemeClr val="bg1"/>
                </a:solidFill>
                <a:effectLst>
                  <a:glow rad="101600">
                    <a:srgbClr val="7030A0">
                      <a:alpha val="60000"/>
                    </a:srgbClr>
                  </a:glow>
                  <a:innerShdw blurRad="177800">
                    <a:schemeClr val="accent3">
                      <a:lumMod val="50000"/>
                    </a:schemeClr>
                  </a:innerShdw>
                </a:effectLst>
                <a:latin typeface="Arial Black" panose="020B0A04020102020204" pitchFamily="34" charset="0"/>
              </a:rPr>
              <a:t>Ronda 1</a:t>
            </a:r>
          </a:p>
        </p:txBody>
      </p:sp>
    </p:spTree>
    <p:extLst>
      <p:ext uri="{BB962C8B-B14F-4D97-AF65-F5344CB8AC3E}">
        <p14:creationId xmlns:p14="http://schemas.microsoft.com/office/powerpoint/2010/main" val="4107428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Inici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FCAE4-637A-D037-9ACE-3F421336A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C50F7F3-535A-E16D-9184-0826545692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502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98ABBFD-181A-CC1B-46F4-7CBCDBE1D3CE}"/>
              </a:ext>
            </a:extLst>
          </p:cNvPr>
          <p:cNvGrpSpPr/>
          <p:nvPr/>
        </p:nvGrpSpPr>
        <p:grpSpPr>
          <a:xfrm>
            <a:off x="1053282" y="786697"/>
            <a:ext cx="10073148" cy="4837471"/>
            <a:chOff x="1059426" y="1010264"/>
            <a:chExt cx="10073148" cy="483747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1B0991F-CE92-6B8E-BF1D-D9D0B477E138}"/>
                </a:ext>
              </a:extLst>
            </p:cNvPr>
            <p:cNvSpPr/>
            <p:nvPr/>
          </p:nvSpPr>
          <p:spPr>
            <a:xfrm>
              <a:off x="1059426" y="1010264"/>
              <a:ext cx="10073148" cy="4837471"/>
            </a:xfrm>
            <a:prstGeom prst="roundRect">
              <a:avLst/>
            </a:prstGeom>
            <a:solidFill>
              <a:srgbClr val="8E3900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EC29E95-DD3A-6E1C-B7D2-D26DD28F0908}"/>
                </a:ext>
              </a:extLst>
            </p:cNvPr>
            <p:cNvSpPr/>
            <p:nvPr/>
          </p:nvSpPr>
          <p:spPr>
            <a:xfrm>
              <a:off x="1238864" y="1172496"/>
              <a:ext cx="9714271" cy="4513006"/>
            </a:xfrm>
            <a:prstGeom prst="roundRect">
              <a:avLst/>
            </a:prstGeom>
            <a:solidFill>
              <a:srgbClr val="AD4093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98C7FFF-359C-5E4C-9DD1-AD8B7CE0DA07}"/>
              </a:ext>
            </a:extLst>
          </p:cNvPr>
          <p:cNvSpPr/>
          <p:nvPr/>
        </p:nvSpPr>
        <p:spPr>
          <a:xfrm>
            <a:off x="1053282" y="6017342"/>
            <a:ext cx="560439" cy="560439"/>
          </a:xfrm>
          <a:prstGeom prst="roundRect">
            <a:avLst/>
          </a:prstGeom>
          <a:solidFill>
            <a:srgbClr val="EE3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ED1B2BD-0DE4-4A81-A615-4134CA397A8B}"/>
              </a:ext>
            </a:extLst>
          </p:cNvPr>
          <p:cNvSpPr/>
          <p:nvPr/>
        </p:nvSpPr>
        <p:spPr>
          <a:xfrm>
            <a:off x="2209955" y="6017342"/>
            <a:ext cx="560439" cy="560439"/>
          </a:xfrm>
          <a:prstGeom prst="roundRect">
            <a:avLst/>
          </a:prstGeom>
          <a:solidFill>
            <a:srgbClr val="27A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440EB55-825E-C16D-0F72-56D4DE01D417}"/>
              </a:ext>
            </a:extLst>
          </p:cNvPr>
          <p:cNvSpPr/>
          <p:nvPr/>
        </p:nvSpPr>
        <p:spPr>
          <a:xfrm>
            <a:off x="3366628" y="6017342"/>
            <a:ext cx="560439" cy="560439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947BC04-0D13-633B-555E-B047BFE35DBE}"/>
              </a:ext>
            </a:extLst>
          </p:cNvPr>
          <p:cNvSpPr/>
          <p:nvPr/>
        </p:nvSpPr>
        <p:spPr>
          <a:xfrm>
            <a:off x="4523301" y="6017342"/>
            <a:ext cx="560439" cy="560439"/>
          </a:xfrm>
          <a:prstGeom prst="roundRect">
            <a:avLst/>
          </a:prstGeom>
          <a:solidFill>
            <a:srgbClr val="02A8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275D0C4-971E-2CCA-D304-887EC25158EA}"/>
              </a:ext>
            </a:extLst>
          </p:cNvPr>
          <p:cNvSpPr/>
          <p:nvPr/>
        </p:nvSpPr>
        <p:spPr>
          <a:xfrm>
            <a:off x="5679974" y="6017342"/>
            <a:ext cx="560439" cy="560439"/>
          </a:xfrm>
          <a:prstGeom prst="roundRect">
            <a:avLst/>
          </a:prstGeom>
          <a:solidFill>
            <a:srgbClr val="AD40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  <a:endParaRPr lang="en-US" dirty="0"/>
          </a:p>
        </p:txBody>
      </p:sp>
      <p:sp>
        <p:nvSpPr>
          <p:cNvPr id="16" name="Flowchart: Summing Junction 15">
            <a:extLst>
              <a:ext uri="{FF2B5EF4-FFF2-40B4-BE49-F238E27FC236}">
                <a16:creationId xmlns:a16="http://schemas.microsoft.com/office/drawing/2014/main" id="{65248B27-AD55-0DB9-480B-3F37E244376E}"/>
              </a:ext>
            </a:extLst>
          </p:cNvPr>
          <p:cNvSpPr/>
          <p:nvPr/>
        </p:nvSpPr>
        <p:spPr>
          <a:xfrm>
            <a:off x="9273687" y="6017342"/>
            <a:ext cx="560439" cy="560439"/>
          </a:xfrm>
          <a:prstGeom prst="flowChartSummingJunction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7D0164-DA5B-381F-8E46-CE267257F722}"/>
              </a:ext>
            </a:extLst>
          </p:cNvPr>
          <p:cNvSpPr txBox="1"/>
          <p:nvPr/>
        </p:nvSpPr>
        <p:spPr>
          <a:xfrm>
            <a:off x="1613721" y="1312607"/>
            <a:ext cx="8861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1.</a:t>
            </a:r>
          </a:p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2.</a:t>
            </a:r>
          </a:p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3.</a:t>
            </a:r>
          </a:p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4.</a:t>
            </a:r>
          </a:p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5.</a:t>
            </a:r>
            <a:endParaRPr lang="en-US" sz="48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9F2D17-AD8A-4EEF-E6D0-C642F6DE77D6}"/>
              </a:ext>
            </a:extLst>
          </p:cNvPr>
          <p:cNvSpPr txBox="1"/>
          <p:nvPr/>
        </p:nvSpPr>
        <p:spPr>
          <a:xfrm>
            <a:off x="2490019" y="1644446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Respuesta 1 …..………………………………………………………… 100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801FCC-664C-85B5-14E7-79EA1BBE6D93}"/>
              </a:ext>
            </a:extLst>
          </p:cNvPr>
          <p:cNvSpPr txBox="1"/>
          <p:nvPr/>
        </p:nvSpPr>
        <p:spPr>
          <a:xfrm>
            <a:off x="2490019" y="2339963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Respuesta 2 ………………………………………………………………… 75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EB83BE-F8DB-55E5-8D17-03B22F40F13B}"/>
              </a:ext>
            </a:extLst>
          </p:cNvPr>
          <p:cNvSpPr txBox="1"/>
          <p:nvPr/>
        </p:nvSpPr>
        <p:spPr>
          <a:xfrm>
            <a:off x="2490019" y="3072973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Respuesta 3 ………………………………………………………………… 50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2FC38A-F4D9-383B-A6EC-1D5EDA87D404}"/>
              </a:ext>
            </a:extLst>
          </p:cNvPr>
          <p:cNvSpPr txBox="1"/>
          <p:nvPr/>
        </p:nvSpPr>
        <p:spPr>
          <a:xfrm>
            <a:off x="2490019" y="3768490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Respuesta 4 ………………………………………………………………… 25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25AD2B-FA6E-4E83-A302-13F4DCE91160}"/>
              </a:ext>
            </a:extLst>
          </p:cNvPr>
          <p:cNvSpPr txBox="1"/>
          <p:nvPr/>
        </p:nvSpPr>
        <p:spPr>
          <a:xfrm>
            <a:off x="2490019" y="4534373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Respuesta 5 ………………….………………..…………………………… 10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BE71F0DF-4FF5-2F6C-0CFA-8F93784BEEFF}"/>
              </a:ext>
            </a:extLst>
          </p:cNvPr>
          <p:cNvSpPr/>
          <p:nvPr/>
        </p:nvSpPr>
        <p:spPr>
          <a:xfrm>
            <a:off x="4719102" y="1829112"/>
            <a:ext cx="3042622" cy="2871253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294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xit" presetSubtype="0" fill="hold" grpId="3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xit" presetSubtype="0" fill="hold" grpId="5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1" grpId="0"/>
      <p:bldP spid="22" grpId="0"/>
      <p:bldP spid="23" grpId="0"/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DCCF2-9E11-6CF5-89E0-396E12F4A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A30E2335-0218-5241-0A3D-37D936F9BF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502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608BA8-2288-1723-BB81-130C42ADE99B}"/>
              </a:ext>
            </a:extLst>
          </p:cNvPr>
          <p:cNvSpPr/>
          <p:nvPr/>
        </p:nvSpPr>
        <p:spPr>
          <a:xfrm>
            <a:off x="1297540" y="2105561"/>
            <a:ext cx="9596923" cy="264687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600" b="1" cap="none" spc="0" dirty="0">
                <a:ln w="12700">
                  <a:solidFill>
                    <a:srgbClr val="7030A0"/>
                  </a:solidFill>
                  <a:prstDash val="solid"/>
                </a:ln>
                <a:solidFill>
                  <a:schemeClr val="bg1"/>
                </a:solidFill>
                <a:effectLst>
                  <a:glow rad="101600">
                    <a:srgbClr val="7030A0">
                      <a:alpha val="60000"/>
                    </a:srgbClr>
                  </a:glow>
                  <a:innerShdw blurRad="177800">
                    <a:schemeClr val="accent3">
                      <a:lumMod val="50000"/>
                    </a:schemeClr>
                  </a:innerShdw>
                </a:effectLst>
                <a:latin typeface="Arial Black" panose="020B0A04020102020204" pitchFamily="34" charset="0"/>
              </a:rPr>
              <a:t>Ronda 1</a:t>
            </a:r>
          </a:p>
        </p:txBody>
      </p:sp>
    </p:spTree>
    <p:extLst>
      <p:ext uri="{BB962C8B-B14F-4D97-AF65-F5344CB8AC3E}">
        <p14:creationId xmlns:p14="http://schemas.microsoft.com/office/powerpoint/2010/main" val="715738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Inici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FF3A0-7B9C-A02A-023A-1E15DAD0B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4070C88-5E5A-2497-9EBB-F4F6A19FED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502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CE76B1B-A38A-EF2F-A7DB-2D159B94A885}"/>
              </a:ext>
            </a:extLst>
          </p:cNvPr>
          <p:cNvGrpSpPr/>
          <p:nvPr/>
        </p:nvGrpSpPr>
        <p:grpSpPr>
          <a:xfrm>
            <a:off x="1053282" y="786697"/>
            <a:ext cx="10073148" cy="4837471"/>
            <a:chOff x="1059426" y="1010264"/>
            <a:chExt cx="10073148" cy="483747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C7BECB3-1D01-EABC-02CE-FA9FEE38D7F3}"/>
                </a:ext>
              </a:extLst>
            </p:cNvPr>
            <p:cNvSpPr/>
            <p:nvPr/>
          </p:nvSpPr>
          <p:spPr>
            <a:xfrm>
              <a:off x="1059426" y="1010264"/>
              <a:ext cx="10073148" cy="4837471"/>
            </a:xfrm>
            <a:prstGeom prst="roundRect">
              <a:avLst/>
            </a:prstGeom>
            <a:solidFill>
              <a:srgbClr val="8E3900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75C77E3-23F5-AC15-11F6-8EB9D239A55F}"/>
                </a:ext>
              </a:extLst>
            </p:cNvPr>
            <p:cNvSpPr/>
            <p:nvPr/>
          </p:nvSpPr>
          <p:spPr>
            <a:xfrm>
              <a:off x="1238864" y="1172496"/>
              <a:ext cx="9714271" cy="4513006"/>
            </a:xfrm>
            <a:prstGeom prst="roundRect">
              <a:avLst/>
            </a:prstGeom>
            <a:solidFill>
              <a:srgbClr val="AD4093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EF8F363-FFB7-5A62-2F72-BCF1B8BD96A6}"/>
              </a:ext>
            </a:extLst>
          </p:cNvPr>
          <p:cNvSpPr/>
          <p:nvPr/>
        </p:nvSpPr>
        <p:spPr>
          <a:xfrm>
            <a:off x="1053282" y="6017342"/>
            <a:ext cx="560439" cy="560439"/>
          </a:xfrm>
          <a:prstGeom prst="roundRect">
            <a:avLst/>
          </a:prstGeom>
          <a:solidFill>
            <a:srgbClr val="EE3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1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EBE552A-7C59-A9F4-0D3C-C3176EC80110}"/>
              </a:ext>
            </a:extLst>
          </p:cNvPr>
          <p:cNvSpPr/>
          <p:nvPr/>
        </p:nvSpPr>
        <p:spPr>
          <a:xfrm>
            <a:off x="2209955" y="6017342"/>
            <a:ext cx="560439" cy="560439"/>
          </a:xfrm>
          <a:prstGeom prst="roundRect">
            <a:avLst/>
          </a:prstGeom>
          <a:solidFill>
            <a:srgbClr val="27A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964FD47-847B-C112-B5F9-044C79F8F67F}"/>
              </a:ext>
            </a:extLst>
          </p:cNvPr>
          <p:cNvSpPr/>
          <p:nvPr/>
        </p:nvSpPr>
        <p:spPr>
          <a:xfrm>
            <a:off x="3366628" y="6017342"/>
            <a:ext cx="560439" cy="560439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DAB66D3-0ACA-1D97-5E55-2C93AF43B4C8}"/>
              </a:ext>
            </a:extLst>
          </p:cNvPr>
          <p:cNvSpPr/>
          <p:nvPr/>
        </p:nvSpPr>
        <p:spPr>
          <a:xfrm>
            <a:off x="4523301" y="6017342"/>
            <a:ext cx="560439" cy="560439"/>
          </a:xfrm>
          <a:prstGeom prst="roundRect">
            <a:avLst/>
          </a:prstGeom>
          <a:solidFill>
            <a:srgbClr val="02A8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4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7011488-0D62-30E9-9D68-6581C217A9D7}"/>
              </a:ext>
            </a:extLst>
          </p:cNvPr>
          <p:cNvSpPr/>
          <p:nvPr/>
        </p:nvSpPr>
        <p:spPr>
          <a:xfrm>
            <a:off x="5679974" y="6017342"/>
            <a:ext cx="560439" cy="560439"/>
          </a:xfrm>
          <a:prstGeom prst="roundRect">
            <a:avLst/>
          </a:prstGeom>
          <a:solidFill>
            <a:srgbClr val="AD40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5</a:t>
            </a:r>
            <a:endParaRPr lang="en-US" dirty="0"/>
          </a:p>
        </p:txBody>
      </p:sp>
      <p:sp>
        <p:nvSpPr>
          <p:cNvPr id="16" name="Flowchart: Summing Junction 15">
            <a:extLst>
              <a:ext uri="{FF2B5EF4-FFF2-40B4-BE49-F238E27FC236}">
                <a16:creationId xmlns:a16="http://schemas.microsoft.com/office/drawing/2014/main" id="{D407E476-E845-5272-D7AD-04039D24E361}"/>
              </a:ext>
            </a:extLst>
          </p:cNvPr>
          <p:cNvSpPr/>
          <p:nvPr/>
        </p:nvSpPr>
        <p:spPr>
          <a:xfrm>
            <a:off x="9273687" y="6017342"/>
            <a:ext cx="560439" cy="560439"/>
          </a:xfrm>
          <a:prstGeom prst="flowChartSummingJunction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8899F2-D558-5067-F3DD-E98D98AB4946}"/>
              </a:ext>
            </a:extLst>
          </p:cNvPr>
          <p:cNvSpPr txBox="1"/>
          <p:nvPr/>
        </p:nvSpPr>
        <p:spPr>
          <a:xfrm>
            <a:off x="1613721" y="1312607"/>
            <a:ext cx="8861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1.</a:t>
            </a:r>
          </a:p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2.</a:t>
            </a:r>
          </a:p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3.</a:t>
            </a:r>
          </a:p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4.</a:t>
            </a:r>
          </a:p>
          <a:p>
            <a:r>
              <a:rPr lang="es-MX" sz="4800" dirty="0">
                <a:solidFill>
                  <a:srgbClr val="FFFF00"/>
                </a:solidFill>
                <a:latin typeface="Arial Black" panose="020B0A04020102020204" pitchFamily="34" charset="0"/>
              </a:rPr>
              <a:t>5.</a:t>
            </a:r>
            <a:endParaRPr lang="en-US" sz="48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0F8CBB-5753-A11B-AA07-2C72889BD68A}"/>
              </a:ext>
            </a:extLst>
          </p:cNvPr>
          <p:cNvSpPr txBox="1"/>
          <p:nvPr/>
        </p:nvSpPr>
        <p:spPr>
          <a:xfrm>
            <a:off x="2490019" y="1644446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Respuesta 1 …..………………………………………………………… 100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A99868-9CC5-B17E-8784-C8532DA12DD8}"/>
              </a:ext>
            </a:extLst>
          </p:cNvPr>
          <p:cNvSpPr txBox="1"/>
          <p:nvPr/>
        </p:nvSpPr>
        <p:spPr>
          <a:xfrm>
            <a:off x="2490019" y="2339963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Respuesta 2 ………………………………………………………………… 75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98CCE2-273C-FEF3-040C-247B91D8680E}"/>
              </a:ext>
            </a:extLst>
          </p:cNvPr>
          <p:cNvSpPr txBox="1"/>
          <p:nvPr/>
        </p:nvSpPr>
        <p:spPr>
          <a:xfrm>
            <a:off x="2490019" y="3072973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Respuesta 3 ………………………………………………………………… 50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582A6D-0B95-3421-F69C-B141A2FC9926}"/>
              </a:ext>
            </a:extLst>
          </p:cNvPr>
          <p:cNvSpPr txBox="1"/>
          <p:nvPr/>
        </p:nvSpPr>
        <p:spPr>
          <a:xfrm>
            <a:off x="2490019" y="3768490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Respuesta 4 ………………………………………………………………… 25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4C11BB-1DFE-961D-9525-FEA21A98B176}"/>
              </a:ext>
            </a:extLst>
          </p:cNvPr>
          <p:cNvSpPr txBox="1"/>
          <p:nvPr/>
        </p:nvSpPr>
        <p:spPr>
          <a:xfrm>
            <a:off x="2490019" y="4534373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  <a:latin typeface="Arial Black" panose="020B0A04020102020204" pitchFamily="34" charset="0"/>
              </a:rPr>
              <a:t>Respuesta 5 ………………….………………..…………………………… 10</a:t>
            </a:r>
            <a:endParaRPr lang="en-US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3114D809-49D0-C088-A83A-BBC93F904F0C}"/>
              </a:ext>
            </a:extLst>
          </p:cNvPr>
          <p:cNvSpPr/>
          <p:nvPr/>
        </p:nvSpPr>
        <p:spPr>
          <a:xfrm>
            <a:off x="4719102" y="1829112"/>
            <a:ext cx="3042622" cy="2871253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629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xit" presetSubtype="0" fill="hold" grpId="3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rr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xit" presetSubtype="0" fill="hold" grpId="5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1" grpId="0"/>
      <p:bldP spid="22" grpId="0"/>
      <p:bldP spid="23" grpId="0"/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184</Words>
  <Application>Microsoft Office PowerPoint</Application>
  <PresentationFormat>Panorámica</PresentationFormat>
  <Paragraphs>80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Charlie Zepeda</dc:creator>
  <cp:lastModifiedBy>NAVARRO MARTIN, ANGEL SIMON</cp:lastModifiedBy>
  <cp:revision>14</cp:revision>
  <dcterms:created xsi:type="dcterms:W3CDTF">2022-02-03T18:57:02Z</dcterms:created>
  <dcterms:modified xsi:type="dcterms:W3CDTF">2026-02-03T02:02:06Z</dcterms:modified>
</cp:coreProperties>
</file>